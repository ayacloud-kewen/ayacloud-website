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 WEN" userId="900c7e49d3fa2d53" providerId="LiveId" clId="{166BB8CE-6AB1-4A15-90AC-1246D222A319}"/>
    <pc:docChg chg="custSel addSld modSld">
      <pc:chgData name="KE WEN" userId="900c7e49d3fa2d53" providerId="LiveId" clId="{166BB8CE-6AB1-4A15-90AC-1246D222A319}" dt="2026-01-15T10:26:29.769" v="29" actId="14100"/>
      <pc:docMkLst>
        <pc:docMk/>
      </pc:docMkLst>
      <pc:sldChg chg="addSp delSp modSp new mod">
        <pc:chgData name="KE WEN" userId="900c7e49d3fa2d53" providerId="LiveId" clId="{166BB8CE-6AB1-4A15-90AC-1246D222A319}" dt="2026-01-15T10:26:29.769" v="29" actId="14100"/>
        <pc:sldMkLst>
          <pc:docMk/>
          <pc:sldMk cId="2102670221" sldId="256"/>
        </pc:sldMkLst>
        <pc:spChg chg="del">
          <ac:chgData name="KE WEN" userId="900c7e49d3fa2d53" providerId="LiveId" clId="{166BB8CE-6AB1-4A15-90AC-1246D222A319}" dt="2026-01-15T09:42:28.506" v="1" actId="478"/>
          <ac:spMkLst>
            <pc:docMk/>
            <pc:sldMk cId="2102670221" sldId="256"/>
            <ac:spMk id="2" creationId="{C6584CB1-1B5C-5868-B3F0-B5D4AD4FECF7}"/>
          </ac:spMkLst>
        </pc:spChg>
        <pc:spChg chg="del">
          <ac:chgData name="KE WEN" userId="900c7e49d3fa2d53" providerId="LiveId" clId="{166BB8CE-6AB1-4A15-90AC-1246D222A319}" dt="2026-01-15T09:42:28.506" v="1" actId="478"/>
          <ac:spMkLst>
            <pc:docMk/>
            <pc:sldMk cId="2102670221" sldId="256"/>
            <ac:spMk id="3" creationId="{0FE94ACB-DB73-879A-10F5-ACAFF0CD3EF7}"/>
          </ac:spMkLst>
        </pc:spChg>
        <pc:picChg chg="add del mod">
          <ac:chgData name="KE WEN" userId="900c7e49d3fa2d53" providerId="LiveId" clId="{166BB8CE-6AB1-4A15-90AC-1246D222A319}" dt="2026-01-15T09:44:30.054" v="6" actId="478"/>
          <ac:picMkLst>
            <pc:docMk/>
            <pc:sldMk cId="2102670221" sldId="256"/>
            <ac:picMk id="5" creationId="{00B20F7D-03E0-0820-3549-7281049AFD7B}"/>
          </ac:picMkLst>
        </pc:picChg>
        <pc:picChg chg="add mod">
          <ac:chgData name="KE WEN" userId="900c7e49d3fa2d53" providerId="LiveId" clId="{166BB8CE-6AB1-4A15-90AC-1246D222A319}" dt="2026-01-15T10:26:25.203" v="26" actId="1076"/>
          <ac:picMkLst>
            <pc:docMk/>
            <pc:sldMk cId="2102670221" sldId="256"/>
            <ac:picMk id="7" creationId="{D0A30595-5F34-2493-FA1B-0A34DF4A4B3A}"/>
          </ac:picMkLst>
        </pc:picChg>
        <pc:picChg chg="add mod">
          <ac:chgData name="KE WEN" userId="900c7e49d3fa2d53" providerId="LiveId" clId="{166BB8CE-6AB1-4A15-90AC-1246D222A319}" dt="2026-01-15T10:26:29.769" v="29" actId="14100"/>
          <ac:picMkLst>
            <pc:docMk/>
            <pc:sldMk cId="2102670221" sldId="256"/>
            <ac:picMk id="9" creationId="{BE836B94-307E-B50C-3493-6739EC0C25B1}"/>
          </ac:picMkLst>
        </pc:picChg>
      </pc:sldChg>
      <pc:sldMasterChg chg="addSldLayout">
        <pc:chgData name="KE WEN" userId="900c7e49d3fa2d53" providerId="LiveId" clId="{166BB8CE-6AB1-4A15-90AC-1246D222A319}" dt="2026-01-15T09:42:25.724" v="0" actId="680"/>
        <pc:sldMasterMkLst>
          <pc:docMk/>
          <pc:sldMasterMk cId="2722466244" sldId="2147483648"/>
        </pc:sldMasterMkLst>
        <pc:sldLayoutChg chg="add">
          <pc:chgData name="KE WEN" userId="900c7e49d3fa2d53" providerId="LiveId" clId="{166BB8CE-6AB1-4A15-90AC-1246D222A319}" dt="2026-01-15T09:42:25.724" v="0" actId="680"/>
          <pc:sldLayoutMkLst>
            <pc:docMk/>
            <pc:sldMasterMk cId="2722466244" sldId="2147483648"/>
            <pc:sldLayoutMk cId="4290292628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E3EBCC-6830-F924-B8FC-E7A06862B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FF7ED3-33CF-2595-3ED3-47C7FC2B8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29029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46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QR 代码&#10;&#10;AI 生成的内容可能不正确。">
            <a:extLst>
              <a:ext uri="{FF2B5EF4-FFF2-40B4-BE49-F238E27FC236}">
                <a16:creationId xmlns:a16="http://schemas.microsoft.com/office/drawing/2014/main" id="{D0A30595-5F34-2493-FA1B-0A34DF4A4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777" y="138071"/>
            <a:ext cx="3162072" cy="4009056"/>
          </a:xfrm>
          <a:prstGeom prst="rect">
            <a:avLst/>
          </a:prstGeom>
        </p:spPr>
      </p:pic>
      <p:pic>
        <p:nvPicPr>
          <p:cNvPr id="9" name="图片 8" descr="QR 代码&#10;&#10;AI 生成的内容可能不正确。">
            <a:extLst>
              <a:ext uri="{FF2B5EF4-FFF2-40B4-BE49-F238E27FC236}">
                <a16:creationId xmlns:a16="http://schemas.microsoft.com/office/drawing/2014/main" id="{BE836B94-307E-B50C-3493-6739EC0C2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090" y="2227029"/>
            <a:ext cx="3523674" cy="436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70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captain fd</dc:creator>
  <cp:lastModifiedBy>captain fd</cp:lastModifiedBy>
  <cp:revision>1</cp:revision>
  <dcterms:created xsi:type="dcterms:W3CDTF">2026-01-15T09:42:24Z</dcterms:created>
  <dcterms:modified xsi:type="dcterms:W3CDTF">2026-01-15T10:26:32Z</dcterms:modified>
</cp:coreProperties>
</file>